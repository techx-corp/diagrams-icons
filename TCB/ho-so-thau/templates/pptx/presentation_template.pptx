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Notes] Welcome and introduction. Present the company and project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Notes] Walk through the agenda items. Highlight key discussion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Notes] Present key highlights and main value propositions.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Notes] Explain the system architecture. Walk through each component and data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Notes] Walk through the process flow step by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Notes] Present performance metrics and KPIs. Compare targets vs actuals.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Notes] Introduce team members, their roles and relevant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Notes] Open the floor for Q&amp;A. Thank participants for their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  <a:latin typeface="Calibri"/>
              </a:defRPr>
            </a:pPr>
            <a:r>
              <a:t>{{company_name}}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latin typeface="Calibri"/>
              </a:defRPr>
            </a:pPr>
            <a:r>
              <a:t>{{project_name}}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08080"/>
                </a:solidFill>
                <a:latin typeface="Calibri"/>
              </a:defRPr>
            </a:pPr>
            <a:r>
              <a:t>{{date}}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4E79"/>
                </a:solidFill>
                <a:latin typeface="Calibri"/>
              </a:defRPr>
            </a:pPr>
            <a:r>
              <a:t>Chương trình /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latin typeface="Calibri"/>
              </a:defRPr>
            </a:pPr>
            <a:r>
              <a:t>{{agenda_items}}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Calibri"/>
              </a:rPr>
              <a:t>{{slide_number}}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4E79"/>
                </a:solidFill>
                <a:latin typeface="Calibri"/>
              </a:defRPr>
            </a:pPr>
            <a:r>
              <a:t>Tóm tắt /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latin typeface="Calibri"/>
              </a:defRPr>
            </a:pPr>
            <a:r>
              <a:t>{{key_highlights}}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Calibri"/>
              </a:rPr>
              <a:t>{{slide_number}}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4E79"/>
                </a:solidFill>
                <a:latin typeface="Calibri"/>
              </a:defRPr>
            </a:pPr>
            <a:r>
              <a:t>Kiến trúc hệ thống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08080"/>
                </a:solidFill>
                <a:latin typeface="Calibri"/>
              </a:defRPr>
            </a:pPr>
            <a:r>
              <a:t>{{IMAGE:architecture_diagram}}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Calibri"/>
              </a:rPr>
              <a:t>{{slide_number}}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4E79"/>
                </a:solidFill>
                <a:latin typeface="Calibri"/>
              </a:defRPr>
            </a:pPr>
            <a:r>
              <a:t>Quy trình / Process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08080"/>
                </a:solidFill>
                <a:latin typeface="Calibri"/>
              </a:defRPr>
            </a:pPr>
            <a:r>
              <a:t>{{IMAGE:process_flow}}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Calibri"/>
              </a:rPr>
              <a:t>{{slide_number}}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4E79"/>
                </a:solidFill>
                <a:latin typeface="Calibri"/>
              </a:defRPr>
            </a:pPr>
            <a:r>
              <a:t>Chỉ số chính / 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latin typeface="Calibri"/>
              </a:defRPr>
            </a:pPr>
            <a:r>
              <a:t>{{key_metrics}}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Calibri"/>
              </a:rPr>
              <a:t>{{slide_number}}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4E79"/>
                </a:solidFill>
                <a:latin typeface="Calibri"/>
              </a:defRPr>
            </a:pPr>
            <a:r>
              <a:t>Đội ngũ dự án / Project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latin typeface="Calibri"/>
              </a:defRPr>
            </a:pPr>
            <a:r>
              <a:t>{{team_members}}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Calibri"/>
              </a:rPr>
              <a:t>{{slide_number}}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4E79"/>
                </a:solidFill>
                <a:latin typeface="Calibri"/>
              </a:defRPr>
            </a:pPr>
            <a:r>
              <a:t>CẢM ƠN / 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08080"/>
                </a:solidFill>
                <a:latin typeface="Calibri"/>
              </a:defRPr>
            </a:pPr>
            <a:r>
              <a:t>Hỏi đáp / 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80"/>
                </a:solidFill>
                <a:latin typeface="Calibri"/>
              </a:defRPr>
            </a:pPr>
            <a:r>
              <a:t>{{contact_info}}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  <a:latin typeface="Calibri"/>
              </a:rPr>
              <a:t>{{slide_number}}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