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Brief introduction of the executive summary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Highlight 3-4 key takeaways for executives.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Visual overview of the proposed solution. Keep it high-level.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Present investment breakdown from the pricing sheet. Highlight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Summarize action items and timeline. End with contact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Calibri"/>
              </a:defRPr>
            </a:pPr>
            <a:r>
              <a:t>{{company_name}}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latin typeface="Calibri"/>
              </a:defRPr>
            </a:pPr>
            <a:r>
              <a:t>TÓM TẮT ĐIỀU HÀNH /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latin typeface="Calibri"/>
              </a:defRPr>
            </a:pPr>
            <a:r>
              <a:t>{{project_name}}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  <a:latin typeface="Calibri"/>
              </a:defRPr>
            </a:pPr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Điểm chính /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latin typeface="Calibri"/>
              </a:defRPr>
            </a:pPr>
            <a:r>
              <a:t>{{key_points}}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Tổng quan giải pháp /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  <a:latin typeface="Calibri"/>
              </a:defRPr>
            </a:pPr>
            <a:r>
              <a:t>{{IMAGE:solution_overview}}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Tóm tắt đầu tư / Investment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latin typeface="Calibri"/>
              </a:defRPr>
            </a:pPr>
            <a:r>
              <a:t>{{investment_summary}}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Bước tiếp theo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latin typeface="Calibri"/>
              </a:defRPr>
            </a:pPr>
            <a:r>
              <a:t>{{next_steps}}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  <a:latin typeface="Calibri"/>
              </a:defRPr>
            </a:pPr>
            <a:r>
              <a:t>{{contact_info}}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